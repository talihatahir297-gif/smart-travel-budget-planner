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✈  Smart Travel Budget Planner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Object-Oriented Programming Lab Project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30175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06324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38328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Taliha Tahir (2025-CYS-122)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306324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338328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Sir Mubashir Imran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30175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306324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338328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Engineering, UET Lahore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· OOP · Java Swing · MySQL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75488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Java-based desktop application that helps users plan trips and manage travel budgets efficiently.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can create trips, set a budget, add categorized expenses, and monitor their remaining balance — all in one place.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100584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16128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188720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trips easily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192024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7568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46520" y="2103120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every expense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760720" y="283464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99008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3017520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overspending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760720" y="374904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90448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46520" y="3931920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budget view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64592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Trip Management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" y="2011680"/>
            <a:ext cx="2514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E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&amp; manage trips with destination and duration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9601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972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46120" y="164592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Budget Setting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291840" y="2011680"/>
            <a:ext cx="2514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E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a total budget per trip before you travel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80760" y="9601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164592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Expense Tracking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72200" y="2011680"/>
            <a:ext cx="2514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E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&amp; categorize expenses: hotel, food, transport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2926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5760" y="361188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Balance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11480" y="3977640"/>
            <a:ext cx="2514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E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remaining budget update instantly as you add expenses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00400" y="2926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06324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46120" y="361188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Alert System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291840" y="3977640"/>
            <a:ext cx="2514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E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Warning alerts triggered when budget is exceeded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80760" y="2926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06324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26480" y="361188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Multi-trip Storage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172200" y="3977640"/>
            <a:ext cx="2514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E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and switch between multiple trips easily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OOP Concepts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15568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11556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36192"/>
            <a:ext cx="29260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 &amp; expense data stored inside classes with controlled access via getters/setters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0058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115568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577840" y="111556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1536192"/>
            <a:ext cx="29260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features shared between classes — e.g. User → Traveler hierarchy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035808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80160" y="303580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456432"/>
            <a:ext cx="29260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Methods like addExpense() behave differently based on expense category type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92608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035808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577840" y="303580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3456432"/>
            <a:ext cx="29260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budget calculation logic hidden behind simple, easy-to-use methods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065A82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23444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533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28600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Module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93192" y="2834640"/>
            <a:ext cx="18288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user data and profiles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13432" y="256032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13432" y="2423160"/>
            <a:ext cx="1645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68880" y="109728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065A82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90088" y="123444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353312"/>
            <a:ext cx="676656" cy="6766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228600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Trip Module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42032" y="2834640"/>
            <a:ext cx="18288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trip creation &amp; details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62272" y="256032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62272" y="2423160"/>
            <a:ext cx="1645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617720" y="109728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065A82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138928" y="123444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53312"/>
            <a:ext cx="676656" cy="6766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228600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Expense Module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690872" y="2834640"/>
            <a:ext cx="18288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view &amp; categorize expenses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611112" y="256032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11112" y="2423160"/>
            <a:ext cx="1645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766560" y="109728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065A82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287768" y="123444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353312"/>
            <a:ext cx="676656" cy="6766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80" y="228600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Budget Module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839712" y="2834640"/>
            <a:ext cx="18288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Calculates total &amp; remaining budget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8E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MVC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065A82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423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Trip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9728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1737360"/>
            <a:ext cx="2423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Budget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065A82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09728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26480" y="1737360"/>
            <a:ext cx="2423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Expenses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01752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2423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Updates Totals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2880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065A82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301752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657600"/>
            <a:ext cx="2423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Remaining Balance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10910" y="288036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accent5">
              <a:lumMod val="50000"/>
            </a:schemeClr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301752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26480" y="3657600"/>
            <a:ext cx="2423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if Exceeded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&amp; 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640080" y="1188720"/>
            <a:ext cx="1325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45920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468880"/>
            <a:ext cx="18745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93192" y="2971800"/>
            <a:ext cx="18288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68880" y="109728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88920" y="11887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</p:spPr>
      </p:sp>
      <p:sp>
        <p:nvSpPr>
          <p:cNvPr id="11" name="Text 8"/>
          <p:cNvSpPr/>
          <p:nvPr/>
        </p:nvSpPr>
        <p:spPr>
          <a:xfrm>
            <a:off x="2788920" y="1188720"/>
            <a:ext cx="1325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Framework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645920"/>
            <a:ext cx="713232" cy="7132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2468880"/>
            <a:ext cx="18745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 Swing 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542032" y="2971800"/>
            <a:ext cx="18288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 &amp; MVC frontend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17720" y="109728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937760" y="11887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</p:spPr>
      </p:sp>
      <p:sp>
        <p:nvSpPr>
          <p:cNvPr id="17" name="Text 13"/>
          <p:cNvSpPr/>
          <p:nvPr/>
        </p:nvSpPr>
        <p:spPr>
          <a:xfrm>
            <a:off x="4937760" y="1188720"/>
            <a:ext cx="1325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645920"/>
            <a:ext cx="713232" cy="7132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2468880"/>
            <a:ext cx="18745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MySQL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690872" y="2971800"/>
            <a:ext cx="18288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/ File Handling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766560" y="109728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1C7293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86600" y="11887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</p:spPr>
      </p:sp>
      <p:sp>
        <p:nvSpPr>
          <p:cNvPr id="23" name="Text 18"/>
          <p:cNvSpPr/>
          <p:nvPr/>
        </p:nvSpPr>
        <p:spPr>
          <a:xfrm>
            <a:off x="7086600" y="1188720"/>
            <a:ext cx="1325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1645920"/>
            <a:ext cx="713232" cy="7132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2468880"/>
            <a:ext cx="18745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VS Code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839712" y="2971800"/>
            <a:ext cx="18288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IDE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Output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424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60704"/>
            <a:ext cx="7406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fully working Java desktop application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0F9FB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82496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700784"/>
            <a:ext cx="7406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can create and manage multiple trips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28600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22576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340864"/>
            <a:ext cx="7406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&amp; categorize expenses in real-time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9260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0F9FB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962656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980944"/>
            <a:ext cx="7406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 tracking with accurate calculations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5661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602736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621024"/>
            <a:ext cx="7406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system when spending exceeds budget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2062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0F9FB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242816"/>
            <a:ext cx="411480" cy="411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261104"/>
            <a:ext cx="7406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&amp; simple interface for all travelers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Travel Budget Planner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CD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Taliha Tahir  ·  2025-CYS-122  ·  OOP Lab  ·  UET Lahore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749040"/>
            <a:ext cx="457200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8E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Java · OOP Concepts · Java Swing · MySQL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2201</Words>
  <Application>WPS Presentation</Application>
  <PresentationFormat>On-screen Show (16:9)</PresentationFormat>
  <Paragraphs>186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Travel Budget Planner</dc:title>
  <dc:creator>PptxGenJS</dc:creator>
  <dc:subject>PptxGenJS Presentation</dc:subject>
  <cp:lastModifiedBy>Taliha Tahir</cp:lastModifiedBy>
  <cp:revision>5</cp:revision>
  <dcterms:created xsi:type="dcterms:W3CDTF">2026-06-27T20:06:00Z</dcterms:created>
  <dcterms:modified xsi:type="dcterms:W3CDTF">2026-06-29T06:56:14Z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088EA08BB9E34E3F9519F58FCACAB493_12</vt:lpwstr>
  </property>
</Properties>
</file>